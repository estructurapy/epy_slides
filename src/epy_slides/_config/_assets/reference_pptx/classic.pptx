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DF0"/>
      </a:lt1>
      <a:dk2>
        <a:srgbClr val="654321"/>
      </a:dk2>
      <a:lt2>
        <a:srgbClr val="FAEBD7"/>
      </a:lt2>
      <a:accent1>
        <a:srgbClr val="A0522D"/>
      </a:accent1>
      <a:accent2>
        <a:srgbClr val="8B4513"/>
      </a:accent2>
      <a:accent3>
        <a:srgbClr val="CD853F"/>
      </a:accent3>
      <a:accent4>
        <a:srgbClr val="8B4513"/>
      </a:accent4>
      <a:accent5>
        <a:srgbClr val="D2B48C"/>
      </a:accent5>
      <a:accent6>
        <a:srgbClr val="A0522D"/>
      </a:accent6>
      <a:hlink>
        <a:srgbClr val="A0522D"/>
      </a:hlink>
      <a:folHlink>
        <a:srgbClr val="8B4513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