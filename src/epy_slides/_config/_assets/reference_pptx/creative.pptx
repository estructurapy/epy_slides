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400" y="2130425"/>
            <a:ext cx="103632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84" y="4406900"/>
            <a:ext cx="103632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600" y="1600200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600" y="1600200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366" y="1535113"/>
            <a:ext cx="5389033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366" y="2174875"/>
            <a:ext cx="5389033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0" y="273050"/>
            <a:ext cx="4011084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733" y="273050"/>
            <a:ext cx="6815666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600" y="1435100"/>
            <a:ext cx="401108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9200" y="274638"/>
            <a:ext cx="27432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600" y="274638"/>
            <a:ext cx="80264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600200"/>
            <a:ext cx="109728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600" y="6356350"/>
            <a:ext cx="284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600" y="6356350"/>
            <a:ext cx="3860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600" y="6356350"/>
            <a:ext cx="284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theme/theme1.xml><?xml version="1.0" encoding="utf-8"?>
<a:theme xmlns:a="http://schemas.openxmlformats.org/drawingml/2006/main" name="Office Theme">
  <a:themeElements>
    <a:clrScheme name="Office">
      <a:dk1>
        <a:srgbClr val="8B4513"/>
      </a:dk1>
      <a:lt1>
        <a:srgbClr val="FFF8DC"/>
      </a:lt1>
      <a:dk2>
        <a:srgbClr val="8B4513"/>
      </a:dk2>
      <a:lt2>
        <a:srgbClr val="FFF8DC"/>
      </a:lt2>
      <a:accent1>
        <a:srgbClr val="FF4500"/>
      </a:accent1>
      <a:accent2>
        <a:srgbClr val="FF8C00"/>
      </a:accent2>
      <a:accent3>
        <a:srgbClr val="D2691E"/>
      </a:accent3>
      <a:accent4>
        <a:srgbClr val="FF4500"/>
      </a:accent4>
      <a:accent5>
        <a:srgbClr val="8B4513"/>
      </a:accent5>
      <a:accent6>
        <a:srgbClr val="FF4500"/>
      </a:accent6>
      <a:hlink>
        <a:srgbClr val="FF4500"/>
      </a:hlink>
      <a:folHlink>
        <a:srgbClr val="FF8C00"/>
      </a:folHlink>
    </a:clrScheme>
    <a:fontScheme name="Office">
      <a:majorFont>
        <a:latin typeface="Montserra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Montserra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