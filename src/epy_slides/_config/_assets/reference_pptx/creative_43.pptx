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rmAutofit/>
          </a:bodyPr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8B4513"/>
      </a:dk1>
      <a:lt1>
        <a:srgbClr val="FFF8DC"/>
      </a:lt1>
      <a:dk2>
        <a:srgbClr val="8B4513"/>
      </a:dk2>
      <a:lt2>
        <a:srgbClr val="FFF8DC"/>
      </a:lt2>
      <a:accent1>
        <a:srgbClr val="FF4500"/>
      </a:accent1>
      <a:accent2>
        <a:srgbClr val="FF8C00"/>
      </a:accent2>
      <a:accent3>
        <a:srgbClr val="D2691E"/>
      </a:accent3>
      <a:accent4>
        <a:srgbClr val="FF4500"/>
      </a:accent4>
      <a:accent5>
        <a:srgbClr val="8B4513"/>
      </a:accent5>
      <a:accent6>
        <a:srgbClr val="FF4500"/>
      </a:accent6>
      <a:hlink>
        <a:srgbClr val="FF4500"/>
      </a:hlink>
      <a:folHlink>
        <a:srgbClr val="FF8C00"/>
      </a:folHlink>
    </a:clrScheme>
    <a:fontScheme name="Office">
      <a:maj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