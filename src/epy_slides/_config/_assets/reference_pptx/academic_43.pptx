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243F"/>
      </a:dk2>
      <a:lt2>
        <a:srgbClr val="F0F0F0"/>
      </a:lt2>
      <a:accent1>
        <a:srgbClr val="576A3D"/>
      </a:accent1>
      <a:accent2>
        <a:srgbClr val="00243F"/>
      </a:accent2>
      <a:accent3>
        <a:srgbClr val="D0D1D1"/>
      </a:accent3>
      <a:accent4>
        <a:srgbClr val="00243F"/>
      </a:accent4>
      <a:accent5>
        <a:srgbClr val="576A3D"/>
      </a:accent5>
      <a:accent6>
        <a:srgbClr val="576A3D"/>
      </a:accent6>
      <a:hlink>
        <a:srgbClr val="576A3D"/>
      </a:hlink>
      <a:folHlink>
        <a:srgbClr val="00243F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