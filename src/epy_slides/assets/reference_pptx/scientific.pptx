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6064"/>
      </a:dk2>
      <a:lt2>
        <a:srgbClr val="E0F7FA"/>
      </a:lt2>
      <a:accent1>
        <a:srgbClr val="00ACC1"/>
      </a:accent1>
      <a:accent2>
        <a:srgbClr val="00838F"/>
      </a:accent2>
      <a:accent3>
        <a:srgbClr val="B2DFE6"/>
      </a:accent3>
      <a:accent4>
        <a:srgbClr val="00838F"/>
      </a:accent4>
      <a:accent5>
        <a:srgbClr val="B2DFE6"/>
      </a:accent5>
      <a:accent6>
        <a:srgbClr val="00ACC1"/>
      </a:accent6>
      <a:hlink>
        <a:srgbClr val="00ACC1"/>
      </a:hlink>
      <a:folHlink>
        <a:srgbClr val="00838F"/>
      </a:folHlink>
    </a:clrScheme>
    <a:fontScheme name="Office">
      <a:majorFont>
        <a:latin typeface="EB Garamo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EB Garamo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