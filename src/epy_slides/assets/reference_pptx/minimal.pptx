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404040"/>
      </a:accent1>
      <a:accent2>
        <a:srgbClr val="000000"/>
      </a:accent2>
      <a:accent3>
        <a:srgbClr val="A0A0A0"/>
      </a:accent3>
      <a:accent4>
        <a:srgbClr val="FFFFFF"/>
      </a:accent4>
      <a:accent5>
        <a:srgbClr val="C0C0C0"/>
      </a:accent5>
      <a:accent6>
        <a:srgbClr val="404040"/>
      </a:accent6>
      <a:hlink>
        <a:srgbClr val="40404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