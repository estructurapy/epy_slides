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00000"/>
      </a:dk2>
      <a:lt2>
        <a:srgbClr val="F0F0F0"/>
      </a:lt2>
      <a:accent1>
        <a:srgbClr val="00217E"/>
      </a:accent1>
      <a:accent2>
        <a:srgbClr val="C6123C"/>
      </a:accent2>
      <a:accent3>
        <a:srgbClr val="CA9A24"/>
      </a:accent3>
      <a:accent4>
        <a:srgbClr val="9D9FA2"/>
      </a:accent4>
      <a:accent5>
        <a:srgbClr val="000000"/>
      </a:accent5>
      <a:accent6>
        <a:srgbClr val="00217E"/>
      </a:accent6>
      <a:hlink>
        <a:srgbClr val="00217E"/>
      </a:hlink>
      <a:folHlink>
        <a:srgbClr val="C6123C"/>
      </a:folHlink>
    </a:clrScheme>
    <a:fontScheme name="Office">
      <a:majorFont>
        <a:latin typeface="Arial Narr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